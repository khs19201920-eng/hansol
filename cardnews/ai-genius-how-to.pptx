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"/>
          <p:cNvSpPr txBox="1"/>
          <p:nvPr/>
        </p:nvSpPr>
        <p:spPr>
          <a:xfrm>
            <a:off x="680085" y="491490"/>
            <a:ext cx="2544318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8C0F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Genius · 함께하는 방법</a:t>
            </a:r>
            <a:endParaRPr lang="en-US" sz="1620" dirty="0"/>
          </a:p>
        </p:txBody>
      </p:sp>
      <p:pic>
        <p:nvPicPr>
          <p:cNvPr id="3" name="AI Genius 로고" descr="/home/user/hansol/cardnews/ai-geniu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945" y="262890"/>
            <a:ext cx="982980" cy="987981"/>
          </a:xfrm>
          <a:prstGeom prst="rect">
            <a:avLst/>
          </a:prstGeom>
        </p:spPr>
      </p:pic>
      <p:sp>
        <p:nvSpPr>
          <p:cNvPr id="4" name="제목 1줄"/>
          <p:cNvSpPr txBox="1"/>
          <p:nvPr/>
        </p:nvSpPr>
        <p:spPr>
          <a:xfrm>
            <a:off x="680085" y="1143000"/>
            <a:ext cx="8001000" cy="6364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320" b="1" dirty="0">
                <a:solidFill>
                  <a:srgbClr val="1F1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AI, 어렵지 않아요</a:t>
            </a:r>
            <a:endParaRPr lang="en-US" sz="4320" dirty="0"/>
          </a:p>
        </p:txBody>
      </p:sp>
      <p:sp>
        <p:nvSpPr>
          <p:cNvPr id="5" name="제목 2줄"/>
          <p:cNvSpPr txBox="1"/>
          <p:nvPr/>
        </p:nvSpPr>
        <p:spPr>
          <a:xfrm>
            <a:off x="680085" y="1779419"/>
            <a:ext cx="8001000" cy="6364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320" b="1" dirty="0">
                <a:solidFill>
                  <a:srgbClr val="5A2B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Genius와 </a:t>
            </a:r>
            <a:pPr indent="0" marL="0">
              <a:buNone/>
            </a:pPr>
            <a:r>
              <a:rPr lang="en-US" sz="4320" b="1" dirty="0">
                <a:solidFill>
                  <a:srgbClr val="8A1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</a:t>
            </a:r>
            <a:pPr indent="0" marL="0">
              <a:buNone/>
            </a:pPr>
            <a:r>
              <a:rPr lang="en-US" sz="4320" b="1" dirty="0">
                <a:solidFill>
                  <a:srgbClr val="B31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시작하세요</a:t>
            </a:r>
            <a:endParaRPr lang="en-US" sz="4320" dirty="0"/>
          </a:p>
        </p:txBody>
      </p:sp>
      <p:sp>
        <p:nvSpPr>
          <p:cNvPr id="6" name="소개 문구"/>
          <p:cNvSpPr txBox="1"/>
          <p:nvPr/>
        </p:nvSpPr>
        <p:spPr>
          <a:xfrm>
            <a:off x="680085" y="2530138"/>
            <a:ext cx="871789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바로 할 수 있는 세 가지를 소개합니다</a:t>
            </a:r>
            <a:endParaRPr lang="en-US" sz="1800" dirty="0"/>
          </a:p>
        </p:txBody>
      </p:sp>
      <p:sp>
        <p:nvSpPr>
          <p:cNvPr id="7" name="항목1 카드"/>
          <p:cNvSpPr/>
          <p:nvPr/>
        </p:nvSpPr>
        <p:spPr>
          <a:xfrm>
            <a:off x="680085" y="3101638"/>
            <a:ext cx="7783830" cy="2076777"/>
          </a:xfrm>
          <a:prstGeom prst="roundRect">
            <a:avLst>
              <a:gd name="adj" fmla="val 11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5A328C">
                <a:alpha val="10000"/>
              </a:srgbClr>
            </a:outerShdw>
          </a:effectLst>
        </p:spPr>
      </p:sp>
      <p:pic>
        <p:nvPicPr>
          <p:cNvPr id="8" name="항목1 번호 배경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" y="3295948"/>
            <a:ext cx="640080" cy="640080"/>
          </a:xfrm>
          <a:prstGeom prst="rect">
            <a:avLst/>
          </a:prstGeom>
        </p:spPr>
      </p:pic>
      <p:sp>
        <p:nvSpPr>
          <p:cNvPr id="9" name="항목1 번호"/>
          <p:cNvSpPr txBox="1"/>
          <p:nvPr/>
        </p:nvSpPr>
        <p:spPr>
          <a:xfrm>
            <a:off x="942975" y="32959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70" dirty="0"/>
          </a:p>
        </p:txBody>
      </p:sp>
      <p:sp>
        <p:nvSpPr>
          <p:cNvPr id="10" name="항목1 제목"/>
          <p:cNvSpPr txBox="1"/>
          <p:nvPr/>
        </p:nvSpPr>
        <p:spPr>
          <a:xfrm>
            <a:off x="1823085" y="3318808"/>
            <a:ext cx="6377940" cy="356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40" b="1" dirty="0">
                <a:solidFill>
                  <a:srgbClr val="1F1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숏폼으로 1분 만에 배우기</a:t>
            </a:r>
            <a:endParaRPr lang="en-US" sz="2340" dirty="0"/>
          </a:p>
        </p:txBody>
      </p:sp>
      <p:sp>
        <p:nvSpPr>
          <p:cNvPr id="11" name="항목1 설명"/>
          <p:cNvSpPr txBox="1"/>
          <p:nvPr/>
        </p:nvSpPr>
        <p:spPr>
          <a:xfrm>
            <a:off x="1823085" y="3778240"/>
            <a:ext cx="6412230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96" dirty="0">
                <a:solidFill>
                  <a:srgbClr val="3D3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Copilot · AZ ChatGPT · Teams AI 기능, 짧은 영상으로 따라 해 보세요</a:t>
            </a:r>
            <a:endParaRPr lang="en-US" sz="1496" dirty="0"/>
          </a:p>
        </p:txBody>
      </p:sp>
      <p:sp>
        <p:nvSpPr>
          <p:cNvPr id="12" name="항목1 태그1"/>
          <p:cNvSpPr/>
          <p:nvPr/>
        </p:nvSpPr>
        <p:spPr>
          <a:xfrm>
            <a:off x="1823085" y="4184005"/>
            <a:ext cx="1766540" cy="365760"/>
          </a:xfrm>
          <a:prstGeom prst="roundRect">
            <a:avLst>
              <a:gd name="adj" fmla="val 50000"/>
            </a:avLst>
          </a:prstGeom>
          <a:solidFill>
            <a:srgbClr val="EFE8F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초대 자동 발송</a:t>
            </a:r>
            <a:endParaRPr lang="en-US" sz="1350" dirty="0"/>
          </a:p>
        </p:txBody>
      </p:sp>
      <p:sp>
        <p:nvSpPr>
          <p:cNvPr id="13" name="항목1 태그2"/>
          <p:cNvSpPr/>
          <p:nvPr/>
        </p:nvSpPr>
        <p:spPr>
          <a:xfrm>
            <a:off x="3681065" y="4184005"/>
            <a:ext cx="1172866" cy="365760"/>
          </a:xfrm>
          <a:prstGeom prst="roundRect">
            <a:avLst>
              <a:gd name="adj" fmla="val 50000"/>
            </a:avLst>
          </a:prstGeom>
          <a:solidFill>
            <a:srgbClr val="EFE8F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 브리핑</a:t>
            </a:r>
            <a:endParaRPr lang="en-US" sz="1350" dirty="0"/>
          </a:p>
        </p:txBody>
      </p:sp>
      <p:sp>
        <p:nvSpPr>
          <p:cNvPr id="14" name="항목1 태그3"/>
          <p:cNvSpPr/>
          <p:nvPr/>
        </p:nvSpPr>
        <p:spPr>
          <a:xfrm>
            <a:off x="4945372" y="4184005"/>
            <a:ext cx="1647843" cy="365760"/>
          </a:xfrm>
          <a:prstGeom prst="roundRect">
            <a:avLst>
              <a:gd name="adj" fmla="val 50000"/>
            </a:avLst>
          </a:prstGeom>
          <a:solidFill>
            <a:srgbClr val="EFE8F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Personalisation</a:t>
            </a:r>
            <a:endParaRPr lang="en-US" sz="1350" dirty="0"/>
          </a:p>
        </p:txBody>
      </p:sp>
      <p:sp>
        <p:nvSpPr>
          <p:cNvPr id="15" name="항목1 태그4"/>
          <p:cNvSpPr/>
          <p:nvPr/>
        </p:nvSpPr>
        <p:spPr>
          <a:xfrm>
            <a:off x="6684655" y="4184005"/>
            <a:ext cx="934147" cy="365760"/>
          </a:xfrm>
          <a:prstGeom prst="roundRect">
            <a:avLst>
              <a:gd name="adj" fmla="val 50000"/>
            </a:avLst>
          </a:prstGeom>
          <a:solidFill>
            <a:srgbClr val="EFE8F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Folders</a:t>
            </a:r>
            <a:endParaRPr lang="en-US" sz="1350" dirty="0"/>
          </a:p>
        </p:txBody>
      </p:sp>
      <p:sp>
        <p:nvSpPr>
          <p:cNvPr id="16" name="항목1 태그5"/>
          <p:cNvSpPr/>
          <p:nvPr/>
        </p:nvSpPr>
        <p:spPr>
          <a:xfrm>
            <a:off x="1823085" y="4629775"/>
            <a:ext cx="1172866" cy="365760"/>
          </a:xfrm>
          <a:prstGeom prst="roundRect">
            <a:avLst>
              <a:gd name="adj" fmla="val 50000"/>
            </a:avLst>
          </a:prstGeom>
          <a:solidFill>
            <a:srgbClr val="EFE8F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통역</a:t>
            </a:r>
            <a:endParaRPr lang="en-US" sz="1350" dirty="0"/>
          </a:p>
        </p:txBody>
      </p:sp>
      <p:sp>
        <p:nvSpPr>
          <p:cNvPr id="17" name="항목1 태그6"/>
          <p:cNvSpPr/>
          <p:nvPr/>
        </p:nvSpPr>
        <p:spPr>
          <a:xfrm>
            <a:off x="3087391" y="4629775"/>
            <a:ext cx="1178924" cy="365760"/>
          </a:xfrm>
          <a:prstGeom prst="roundRect">
            <a:avLst>
              <a:gd name="adj" fmla="val 50000"/>
            </a:avLst>
          </a:prstGeom>
          <a:solidFill>
            <a:srgbClr val="EFE8F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Facilitator</a:t>
            </a:r>
            <a:endParaRPr lang="en-US" sz="1350" dirty="0"/>
          </a:p>
        </p:txBody>
      </p:sp>
      <p:sp>
        <p:nvSpPr>
          <p:cNvPr id="18" name="항목2 카드"/>
          <p:cNvSpPr/>
          <p:nvPr/>
        </p:nvSpPr>
        <p:spPr>
          <a:xfrm>
            <a:off x="680085" y="5304145"/>
            <a:ext cx="7783830" cy="1631007"/>
          </a:xfrm>
          <a:prstGeom prst="roundRect">
            <a:avLst>
              <a:gd name="adj" fmla="val 140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5A328C">
                <a:alpha val="10000"/>
              </a:srgbClr>
            </a:outerShdw>
          </a:effectLst>
        </p:spPr>
      </p:sp>
      <p:pic>
        <p:nvPicPr>
          <p:cNvPr id="19" name="항목2 번호 배경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5498455"/>
            <a:ext cx="640080" cy="640080"/>
          </a:xfrm>
          <a:prstGeom prst="rect">
            <a:avLst/>
          </a:prstGeom>
        </p:spPr>
      </p:pic>
      <p:sp>
        <p:nvSpPr>
          <p:cNvPr id="20" name="항목2 번호"/>
          <p:cNvSpPr txBox="1"/>
          <p:nvPr/>
        </p:nvSpPr>
        <p:spPr>
          <a:xfrm>
            <a:off x="942975" y="549845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70" dirty="0"/>
          </a:p>
        </p:txBody>
      </p:sp>
      <p:sp>
        <p:nvSpPr>
          <p:cNvPr id="21" name="항목2 제목"/>
          <p:cNvSpPr txBox="1"/>
          <p:nvPr/>
        </p:nvSpPr>
        <p:spPr>
          <a:xfrm>
            <a:off x="1823085" y="5521315"/>
            <a:ext cx="4463326" cy="356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40" b="1" dirty="0">
                <a:solidFill>
                  <a:srgbClr val="1F1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카드뉴스로 쉽게 읽기</a:t>
            </a:r>
            <a:endParaRPr lang="en-US" sz="2340" dirty="0"/>
          </a:p>
        </p:txBody>
      </p:sp>
      <p:sp>
        <p:nvSpPr>
          <p:cNvPr id="22" name="항목2 배지"/>
          <p:cNvSpPr/>
          <p:nvPr/>
        </p:nvSpPr>
        <p:spPr>
          <a:xfrm>
            <a:off x="6268460" y="5553819"/>
            <a:ext cx="1932565" cy="291465"/>
          </a:xfrm>
          <a:prstGeom prst="roundRect">
            <a:avLst>
              <a:gd name="adj" fmla="val 23529"/>
            </a:avLst>
          </a:prstGeom>
          <a:solidFill>
            <a:srgbClr val="C3185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1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Workvivo · e-Mail 발행</a:t>
            </a:r>
            <a:endParaRPr lang="en-US" sz="1215" dirty="0"/>
          </a:p>
        </p:txBody>
      </p:sp>
      <p:sp>
        <p:nvSpPr>
          <p:cNvPr id="23" name="항목2 설명"/>
          <p:cNvSpPr txBox="1"/>
          <p:nvPr/>
        </p:nvSpPr>
        <p:spPr>
          <a:xfrm>
            <a:off x="1823085" y="5980748"/>
            <a:ext cx="6412230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96" dirty="0">
                <a:solidFill>
                  <a:srgbClr val="3D3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에이전트부터 업무 요청 공식까지, Workvivo와 e-Mail로 받아 보세요</a:t>
            </a:r>
            <a:endParaRPr lang="en-US" sz="1496" dirty="0"/>
          </a:p>
        </p:txBody>
      </p:sp>
      <p:sp>
        <p:nvSpPr>
          <p:cNvPr id="24" name="항목2 태그1"/>
          <p:cNvSpPr/>
          <p:nvPr/>
        </p:nvSpPr>
        <p:spPr>
          <a:xfrm>
            <a:off x="1823085" y="6386513"/>
            <a:ext cx="1343718" cy="365760"/>
          </a:xfrm>
          <a:prstGeom prst="roundRect">
            <a:avLst>
              <a:gd name="adj" fmla="val 50000"/>
            </a:avLst>
          </a:prstGeom>
          <a:solidFill>
            <a:srgbClr val="DDF3F4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Workvivo</a:t>
            </a:r>
            <a:endParaRPr lang="en-US" sz="1350" dirty="0"/>
          </a:p>
        </p:txBody>
      </p:sp>
      <p:sp>
        <p:nvSpPr>
          <p:cNvPr id="25" name="항목2 태그2"/>
          <p:cNvSpPr/>
          <p:nvPr/>
        </p:nvSpPr>
        <p:spPr>
          <a:xfrm>
            <a:off x="3258243" y="6386513"/>
            <a:ext cx="1051708" cy="36576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5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e-Mail</a:t>
            </a:r>
            <a:endParaRPr lang="en-US" sz="1350" dirty="0"/>
          </a:p>
        </p:txBody>
      </p:sp>
      <p:sp>
        <p:nvSpPr>
          <p:cNvPr id="26" name="항목2 태그3"/>
          <p:cNvSpPr/>
          <p:nvPr/>
        </p:nvSpPr>
        <p:spPr>
          <a:xfrm>
            <a:off x="4401391" y="6386513"/>
            <a:ext cx="1432125" cy="365760"/>
          </a:xfrm>
          <a:prstGeom prst="roundRect">
            <a:avLst>
              <a:gd name="adj" fmla="val 50000"/>
            </a:avLst>
          </a:prstGeom>
          <a:solidFill>
            <a:srgbClr val="EFE8F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에이전트란?</a:t>
            </a:r>
            <a:endParaRPr lang="en-US" sz="1350" dirty="0"/>
          </a:p>
        </p:txBody>
      </p:sp>
      <p:sp>
        <p:nvSpPr>
          <p:cNvPr id="27" name="항목2 태그4"/>
          <p:cNvSpPr/>
          <p:nvPr/>
        </p:nvSpPr>
        <p:spPr>
          <a:xfrm>
            <a:off x="5924957" y="6386513"/>
            <a:ext cx="842143" cy="365760"/>
          </a:xfrm>
          <a:prstGeom prst="roundRect">
            <a:avLst>
              <a:gd name="adj" fmla="val 50000"/>
            </a:avLst>
          </a:prstGeom>
          <a:solidFill>
            <a:srgbClr val="EFE8F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팀플</a:t>
            </a:r>
            <a:endParaRPr lang="en-US" sz="1350" dirty="0"/>
          </a:p>
        </p:txBody>
      </p:sp>
      <p:sp>
        <p:nvSpPr>
          <p:cNvPr id="28" name="항목2 태그5"/>
          <p:cNvSpPr/>
          <p:nvPr/>
        </p:nvSpPr>
        <p:spPr>
          <a:xfrm>
            <a:off x="6858539" y="6386513"/>
            <a:ext cx="1386123" cy="365760"/>
          </a:xfrm>
          <a:prstGeom prst="roundRect">
            <a:avLst>
              <a:gd name="adj" fmla="val 50000"/>
            </a:avLst>
          </a:prstGeom>
          <a:solidFill>
            <a:srgbClr val="EFE8F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요청 공식</a:t>
            </a:r>
            <a:endParaRPr lang="en-US" sz="1350" dirty="0"/>
          </a:p>
        </p:txBody>
      </p:sp>
      <p:sp>
        <p:nvSpPr>
          <p:cNvPr id="29" name="항목3 카드"/>
          <p:cNvSpPr/>
          <p:nvPr/>
        </p:nvSpPr>
        <p:spPr>
          <a:xfrm>
            <a:off x="680085" y="7060883"/>
            <a:ext cx="7783830" cy="1631007"/>
          </a:xfrm>
          <a:prstGeom prst="roundRect">
            <a:avLst>
              <a:gd name="adj" fmla="val 140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5A328C">
                <a:alpha val="10000"/>
              </a:srgbClr>
            </a:outerShdw>
          </a:effectLst>
        </p:spPr>
      </p:sp>
      <p:pic>
        <p:nvPicPr>
          <p:cNvPr id="30" name="항목3 번호 배경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" y="7255193"/>
            <a:ext cx="640080" cy="640080"/>
          </a:xfrm>
          <a:prstGeom prst="rect">
            <a:avLst/>
          </a:prstGeom>
        </p:spPr>
      </p:pic>
      <p:sp>
        <p:nvSpPr>
          <p:cNvPr id="31" name="항목3 번호"/>
          <p:cNvSpPr txBox="1"/>
          <p:nvPr/>
        </p:nvSpPr>
        <p:spPr>
          <a:xfrm>
            <a:off x="942975" y="725519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70" dirty="0"/>
          </a:p>
        </p:txBody>
      </p:sp>
      <p:sp>
        <p:nvSpPr>
          <p:cNvPr id="32" name="항목3 제목"/>
          <p:cNvSpPr txBox="1"/>
          <p:nvPr/>
        </p:nvSpPr>
        <p:spPr>
          <a:xfrm>
            <a:off x="1823085" y="7278053"/>
            <a:ext cx="4657100" cy="356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40" b="1" dirty="0">
                <a:solidFill>
                  <a:srgbClr val="1F1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행사에서 함께 경험하기</a:t>
            </a:r>
            <a:endParaRPr lang="en-US" sz="2340" dirty="0"/>
          </a:p>
        </p:txBody>
      </p:sp>
      <p:sp>
        <p:nvSpPr>
          <p:cNvPr id="33" name="항목3 배지"/>
          <p:cNvSpPr/>
          <p:nvPr/>
        </p:nvSpPr>
        <p:spPr>
          <a:xfrm>
            <a:off x="6473861" y="7310557"/>
            <a:ext cx="1727164" cy="291465"/>
          </a:xfrm>
          <a:prstGeom prst="roundRect">
            <a:avLst>
              <a:gd name="adj" fmla="val 23529"/>
            </a:avLst>
          </a:prstGeom>
          <a:solidFill>
            <a:srgbClr val="C3185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1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많은 이벤트 준비 중</a:t>
            </a:r>
            <a:endParaRPr lang="en-US" sz="1215" dirty="0"/>
          </a:p>
        </p:txBody>
      </p:sp>
      <p:sp>
        <p:nvSpPr>
          <p:cNvPr id="34" name="항목3 설명"/>
          <p:cNvSpPr txBox="1"/>
          <p:nvPr/>
        </p:nvSpPr>
        <p:spPr>
          <a:xfrm>
            <a:off x="1823085" y="7737485"/>
            <a:ext cx="6412230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96" dirty="0">
                <a:solidFill>
                  <a:srgbClr val="3D3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구내식당 숏폼 상영부터 ILT 포스터 세션까지, AI를 쉽고 재미있게 만나 보세요</a:t>
            </a:r>
            <a:endParaRPr lang="en-US" sz="1496" dirty="0"/>
          </a:p>
        </p:txBody>
      </p:sp>
      <p:sp>
        <p:nvSpPr>
          <p:cNvPr id="35" name="항목3 태그1"/>
          <p:cNvSpPr/>
          <p:nvPr/>
        </p:nvSpPr>
        <p:spPr>
          <a:xfrm>
            <a:off x="1823085" y="8143250"/>
            <a:ext cx="1720538" cy="365760"/>
          </a:xfrm>
          <a:prstGeom prst="roundRect">
            <a:avLst>
              <a:gd name="adj" fmla="val 50000"/>
            </a:avLst>
          </a:prstGeom>
          <a:solidFill>
            <a:srgbClr val="EFE8F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구내식당 숏폼 상영</a:t>
            </a:r>
            <a:endParaRPr lang="en-US" sz="1350" dirty="0"/>
          </a:p>
        </p:txBody>
      </p:sp>
      <p:sp>
        <p:nvSpPr>
          <p:cNvPr id="36" name="항목3 태그2"/>
          <p:cNvSpPr/>
          <p:nvPr/>
        </p:nvSpPr>
        <p:spPr>
          <a:xfrm>
            <a:off x="3635063" y="8143250"/>
            <a:ext cx="1466106" cy="365760"/>
          </a:xfrm>
          <a:prstGeom prst="roundRect">
            <a:avLst>
              <a:gd name="adj" fmla="val 50000"/>
            </a:avLst>
          </a:prstGeom>
          <a:solidFill>
            <a:srgbClr val="EFE8F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ILT 포스터 세션</a:t>
            </a:r>
            <a:endParaRPr lang="en-US" sz="1350" dirty="0"/>
          </a:p>
        </p:txBody>
      </p:sp>
      <p:sp>
        <p:nvSpPr>
          <p:cNvPr id="37" name="항목3 태그3"/>
          <p:cNvSpPr/>
          <p:nvPr/>
        </p:nvSpPr>
        <p:spPr>
          <a:xfrm>
            <a:off x="5192610" y="8143250"/>
            <a:ext cx="1989452" cy="365760"/>
          </a:xfrm>
          <a:prstGeom prst="roundRect">
            <a:avLst>
              <a:gd name="adj" fmla="val 50000"/>
            </a:avLst>
          </a:prstGeom>
          <a:solidFill>
            <a:srgbClr val="EFE8F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 Planning Agent</a:t>
            </a:r>
            <a:endParaRPr lang="en-US" sz="1350" dirty="0"/>
          </a:p>
        </p:txBody>
      </p:sp>
      <p:pic>
        <p:nvPicPr>
          <p:cNvPr id="38" name="하단 메시지 배경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85" y="8829050"/>
            <a:ext cx="7783830" cy="1622703"/>
          </a:xfrm>
          <a:prstGeom prst="rect">
            <a:avLst/>
          </a:prstGeom>
        </p:spPr>
      </p:pic>
      <p:sp>
        <p:nvSpPr>
          <p:cNvPr id="39" name="하단 메시지"/>
          <p:cNvSpPr txBox="1"/>
          <p:nvPr/>
        </p:nvSpPr>
        <p:spPr>
          <a:xfrm>
            <a:off x="1000125" y="9080510"/>
            <a:ext cx="7235190" cy="72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Transformation은 한 사람의 노력이 아닌,</a:t>
            </a:r>
            <a:endParaRPr lang="en-US" sz="20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임직원의 참여로 완성됩니다</a:t>
            </a:r>
            <a:endParaRPr lang="en-US" sz="2070" dirty="0"/>
          </a:p>
        </p:txBody>
      </p:sp>
      <p:sp>
        <p:nvSpPr>
          <p:cNvPr id="40" name="하단 메시지 보조"/>
          <p:cNvSpPr txBox="1"/>
          <p:nvPr/>
        </p:nvSpPr>
        <p:spPr>
          <a:xfrm>
            <a:off x="1000125" y="9908828"/>
            <a:ext cx="8001000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EB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배움이 모여, 우리의 큰 변화를 만듭니다</a:t>
            </a:r>
            <a:endParaRPr lang="en-US" sz="1530" dirty="0"/>
          </a:p>
        </p:txBody>
      </p:sp>
      <p:sp>
        <p:nvSpPr>
          <p:cNvPr id="41" name="바닥 구분선"/>
          <p:cNvSpPr/>
          <p:nvPr/>
        </p:nvSpPr>
        <p:spPr>
          <a:xfrm>
            <a:off x="680085" y="10635615"/>
            <a:ext cx="7783830" cy="0"/>
          </a:xfrm>
          <a:prstGeom prst="line">
            <a:avLst/>
          </a:prstGeom>
          <a:noFill/>
          <a:ln w="12700">
            <a:solidFill>
              <a:srgbClr val="E6E1EC"/>
            </a:solidFill>
            <a:prstDash val="solid"/>
          </a:ln>
        </p:spPr>
      </p:sp>
      <p:sp>
        <p:nvSpPr>
          <p:cNvPr id="42" name="바닥 왼쪽"/>
          <p:cNvSpPr txBox="1"/>
          <p:nvPr/>
        </p:nvSpPr>
        <p:spPr>
          <a:xfrm>
            <a:off x="680085" y="10818495"/>
            <a:ext cx="1913839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8A82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AstraZeneca Korea</a:t>
            </a:r>
            <a:endParaRPr lang="en-US" sz="1530" dirty="0"/>
          </a:p>
        </p:txBody>
      </p:sp>
      <p:sp>
        <p:nvSpPr>
          <p:cNvPr id="43" name="쪽 번호"/>
          <p:cNvSpPr txBox="1"/>
          <p:nvPr/>
        </p:nvSpPr>
        <p:spPr>
          <a:xfrm>
            <a:off x="4403408" y="10827068"/>
            <a:ext cx="1068705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A39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2</a:t>
            </a:r>
            <a:endParaRPr lang="en-US" sz="1440" dirty="0"/>
          </a:p>
        </p:txBody>
      </p:sp>
      <p:sp>
        <p:nvSpPr>
          <p:cNvPr id="44" name="해시태그"/>
          <p:cNvSpPr txBox="1"/>
          <p:nvPr/>
        </p:nvSpPr>
        <p:spPr>
          <a:xfrm>
            <a:off x="6800850" y="10818495"/>
            <a:ext cx="1663065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30" b="1" dirty="0">
                <a:solidFill>
                  <a:srgbClr val="8C0F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#AIGenius</a:t>
            </a:r>
            <a:endParaRPr lang="en-US" sz="15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Genius · 함께하는 방법</dc:title>
  <dc:subject>PptxGenJS Presentation</dc:subject>
  <dc:creator>PptxGenJS</dc:creator>
  <cp:lastModifiedBy>PptxGenJS</cp:lastModifiedBy>
  <cp:revision>1</cp:revision>
  <dcterms:created xsi:type="dcterms:W3CDTF">2026-10-11T13:54:51Z</dcterms:created>
  <dcterms:modified xsi:type="dcterms:W3CDTF">2026-10-11T13:54:51Z</dcterms:modified>
</cp:coreProperties>
</file>